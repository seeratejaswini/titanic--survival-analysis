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1542999"/>
            <a:ext cx="8229600" cy="1143000"/>
          </a:xfrm>
        </p:spPr>
        <p:txBody>
          <a:bodyPr/>
          <a:lstStyle/>
          <a:p>
            <a:r>
              <a:rPr dirty="0"/>
              <a:t>Titanic Survival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4902" y="2939845"/>
            <a:ext cx="7801897" cy="3186318"/>
          </a:xfrm>
        </p:spPr>
        <p:txBody>
          <a:bodyPr/>
          <a:lstStyle/>
          <a:p>
            <a:r>
              <a:rPr dirty="0"/>
              <a:t>Using Pandas, Matplotlib &amp; Seaborn</a:t>
            </a:r>
          </a:p>
          <a:p>
            <a:r>
              <a:rPr dirty="0"/>
              <a:t>Exploratory Data Analysis &amp; Visualization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542" y="628599"/>
            <a:ext cx="8229600" cy="1143000"/>
          </a:xfrm>
        </p:spPr>
        <p:txBody>
          <a:bodyPr/>
          <a:lstStyle/>
          <a:p>
            <a:r>
              <a:rPr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04882"/>
            <a:ext cx="8229600" cy="4525963"/>
          </a:xfrm>
        </p:spPr>
        <p:txBody>
          <a:bodyPr/>
          <a:lstStyle/>
          <a:p>
            <a:r>
              <a:rPr dirty="0"/>
              <a:t>Analyze Titanic passenger data</a:t>
            </a:r>
          </a:p>
          <a:p>
            <a:r>
              <a:rPr dirty="0"/>
              <a:t>Understand survival patterns</a:t>
            </a:r>
          </a:p>
          <a:p>
            <a:r>
              <a:rPr dirty="0"/>
              <a:t>Perform EDA and visualization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69605"/>
            <a:ext cx="8229600" cy="1143000"/>
          </a:xfrm>
        </p:spPr>
        <p:txBody>
          <a:bodyPr/>
          <a:lstStyle/>
          <a:p>
            <a:r>
              <a:rPr dirty="0"/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49243"/>
            <a:ext cx="8229600" cy="4525963"/>
          </a:xfrm>
        </p:spPr>
        <p:txBody>
          <a:bodyPr/>
          <a:lstStyle/>
          <a:p>
            <a:r>
              <a:rPr dirty="0"/>
              <a:t>Identify survival factors</a:t>
            </a:r>
          </a:p>
          <a:p>
            <a:r>
              <a:rPr dirty="0"/>
              <a:t>Clean and prepare data</a:t>
            </a:r>
          </a:p>
          <a:p>
            <a:r>
              <a:rPr dirty="0"/>
              <a:t>Visualize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02457"/>
            <a:ext cx="8229600" cy="1143000"/>
          </a:xfrm>
        </p:spPr>
        <p:txBody>
          <a:bodyPr/>
          <a:lstStyle/>
          <a:p>
            <a:r>
              <a:rPr dirty="0"/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04102"/>
            <a:ext cx="8229600" cy="4525963"/>
          </a:xfrm>
        </p:spPr>
        <p:txBody>
          <a:bodyPr/>
          <a:lstStyle/>
          <a:p>
            <a:r>
              <a:rPr dirty="0"/>
              <a:t>Python</a:t>
            </a:r>
          </a:p>
          <a:p>
            <a:r>
              <a:rPr dirty="0"/>
              <a:t>Pandas</a:t>
            </a:r>
          </a:p>
          <a:p>
            <a:r>
              <a:rPr dirty="0"/>
              <a:t>Matplotlib</a:t>
            </a:r>
          </a:p>
          <a:p>
            <a:r>
              <a:rPr dirty="0"/>
              <a:t>Seaborn</a:t>
            </a:r>
          </a:p>
          <a:p>
            <a:r>
              <a:rPr dirty="0" err="1"/>
              <a:t>Jupyter</a:t>
            </a:r>
            <a:r>
              <a:rPr dirty="0"/>
              <a:t> Notebook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24664"/>
            <a:ext cx="8229600" cy="4525963"/>
          </a:xfrm>
        </p:spPr>
        <p:txBody>
          <a:bodyPr/>
          <a:lstStyle/>
          <a:p>
            <a:r>
              <a:rPr lang="en-IN" dirty="0"/>
              <a:t>A</a:t>
            </a:r>
            <a:r>
              <a:rPr dirty="0" err="1"/>
              <a:t>ge</a:t>
            </a:r>
            <a:endParaRPr dirty="0"/>
          </a:p>
          <a:p>
            <a:r>
              <a:rPr dirty="0"/>
              <a:t>Gender</a:t>
            </a:r>
          </a:p>
          <a:p>
            <a:r>
              <a:rPr dirty="0"/>
              <a:t>Passenger class</a:t>
            </a:r>
          </a:p>
          <a:p>
            <a:r>
              <a:rPr dirty="0"/>
              <a:t>Fare</a:t>
            </a:r>
          </a:p>
          <a:p>
            <a:r>
              <a:rPr dirty="0"/>
              <a:t>Survival status</a:t>
            </a:r>
            <a:endParaRPr lang="en-IN" dirty="0"/>
          </a:p>
          <a:p>
            <a:r>
              <a:rPr lang="en-IN" dirty="0"/>
              <a:t>Embarked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70617"/>
            <a:ext cx="8229600" cy="1143000"/>
          </a:xfrm>
        </p:spPr>
        <p:txBody>
          <a:bodyPr/>
          <a:lstStyle/>
          <a:p>
            <a:r>
              <a:rPr dirty="0"/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49129"/>
            <a:ext cx="8229600" cy="4525963"/>
          </a:xfrm>
        </p:spPr>
        <p:txBody>
          <a:bodyPr/>
          <a:lstStyle/>
          <a:p>
            <a:r>
              <a:rPr dirty="0"/>
              <a:t>Handled missing values</a:t>
            </a:r>
            <a:r>
              <a:rPr lang="en-IN" dirty="0"/>
              <a:t>.</a:t>
            </a:r>
            <a:endParaRPr dirty="0"/>
          </a:p>
          <a:p>
            <a:r>
              <a:rPr dirty="0"/>
              <a:t>Corrected data types</a:t>
            </a:r>
            <a:r>
              <a:rPr lang="en-IN" dirty="0"/>
              <a:t>.</a:t>
            </a:r>
            <a:endParaRPr dirty="0"/>
          </a:p>
          <a:p>
            <a:r>
              <a:rPr dirty="0"/>
              <a:t>Removed inconsistencies</a:t>
            </a:r>
            <a:r>
              <a:rPr lang="en-IN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858" y="557777"/>
            <a:ext cx="8229600" cy="1143000"/>
          </a:xfrm>
        </p:spPr>
        <p:txBody>
          <a:bodyPr/>
          <a:lstStyle/>
          <a:p>
            <a:r>
              <a:rPr dirty="0"/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32037"/>
            <a:ext cx="8229600" cy="4525963"/>
          </a:xfrm>
        </p:spPr>
        <p:txBody>
          <a:bodyPr/>
          <a:lstStyle/>
          <a:p>
            <a:r>
              <a:rPr dirty="0"/>
              <a:t>Gender vs Survival</a:t>
            </a:r>
          </a:p>
          <a:p>
            <a:r>
              <a:rPr dirty="0"/>
              <a:t>Class vs Survival</a:t>
            </a:r>
          </a:p>
          <a:p>
            <a:r>
              <a:rPr dirty="0"/>
              <a:t>Age distribution</a:t>
            </a:r>
          </a:p>
          <a:p>
            <a:r>
              <a:rPr dirty="0"/>
              <a:t>Fare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18767"/>
            <a:ext cx="8229600" cy="1143000"/>
          </a:xfrm>
        </p:spPr>
        <p:txBody>
          <a:bodyPr/>
          <a:lstStyle/>
          <a:p>
            <a:r>
              <a:rPr dirty="0"/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45888"/>
            <a:ext cx="8229600" cy="4525963"/>
          </a:xfrm>
        </p:spPr>
        <p:txBody>
          <a:bodyPr/>
          <a:lstStyle/>
          <a:p>
            <a:r>
              <a:rPr dirty="0"/>
              <a:t>Women had higher survival rate</a:t>
            </a:r>
            <a:r>
              <a:rPr lang="en-IN" dirty="0"/>
              <a:t>.</a:t>
            </a:r>
            <a:endParaRPr dirty="0"/>
          </a:p>
          <a:p>
            <a:r>
              <a:rPr dirty="0"/>
              <a:t>First-class passengers survived more</a:t>
            </a:r>
            <a:r>
              <a:rPr lang="en-IN" dirty="0"/>
              <a:t>.</a:t>
            </a:r>
            <a:endParaRPr dirty="0"/>
          </a:p>
          <a:p>
            <a:r>
              <a:rPr dirty="0"/>
              <a:t>Children had better chances</a:t>
            </a:r>
            <a:r>
              <a:rPr lang="en-IN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6026" y="658096"/>
            <a:ext cx="8229600" cy="1143000"/>
          </a:xfrm>
        </p:spPr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35942"/>
            <a:ext cx="8229600" cy="4525963"/>
          </a:xfrm>
        </p:spPr>
        <p:txBody>
          <a:bodyPr/>
          <a:lstStyle/>
          <a:p>
            <a:r>
              <a:rPr dirty="0"/>
              <a:t>Data analysis reveals survival patterns</a:t>
            </a:r>
            <a:r>
              <a:rPr lang="en-IN" dirty="0"/>
              <a:t>.</a:t>
            </a:r>
            <a:endParaRPr dirty="0"/>
          </a:p>
          <a:p>
            <a:r>
              <a:rPr dirty="0"/>
              <a:t>EDA helps in decision making</a:t>
            </a:r>
            <a:r>
              <a:rPr lang="en-IN" dirty="0"/>
              <a:t>.</a:t>
            </a:r>
            <a:endParaRPr dirty="0"/>
          </a:p>
          <a:p>
            <a:r>
              <a:rPr dirty="0"/>
              <a:t>Strong foundation for data analytics</a:t>
            </a:r>
            <a:r>
              <a:rPr lang="en-IN" dirty="0"/>
              <a:t>.</a:t>
            </a:r>
          </a:p>
          <a:p>
            <a:r>
              <a:rPr lang="en-IN" dirty="0"/>
              <a:t>Titanic is the best ideal for beginners.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129</Words>
  <Application>Microsoft Office PowerPoint</Application>
  <PresentationFormat>On-screen Show (4:3)</PresentationFormat>
  <Paragraphs>42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Titanic Survival Data Analysis</vt:lpstr>
      <vt:lpstr>Project Overview</vt:lpstr>
      <vt:lpstr>Objective</vt:lpstr>
      <vt:lpstr>Tools &amp; Technologies</vt:lpstr>
      <vt:lpstr>Dataset Description</vt:lpstr>
      <vt:lpstr>Data Cleaning</vt:lpstr>
      <vt:lpstr>Exploratory Data Analysis</vt:lpstr>
      <vt:lpstr>Key Insights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seera tejaswini</cp:lastModifiedBy>
  <cp:revision>2</cp:revision>
  <dcterms:created xsi:type="dcterms:W3CDTF">2013-01-27T09:14:16Z</dcterms:created>
  <dcterms:modified xsi:type="dcterms:W3CDTF">2026-02-05T16:56:49Z</dcterms:modified>
  <cp:category/>
</cp:coreProperties>
</file>